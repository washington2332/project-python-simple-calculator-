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5F29E3-F1A1-4DF5-8F9C-C2534FFF7D98}" v="13" dt="2025-10-30T20:28:21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jamarius317@gmail.com" userId="71b3bf608aa39682" providerId="LiveId" clId="{60C17EB8-4BD7-46F8-8840-011C5284347D}"/>
    <pc:docChg chg="undo custSel addSld delSld modSld">
      <pc:chgData name="jjamarius317@gmail.com" userId="71b3bf608aa39682" providerId="LiveId" clId="{60C17EB8-4BD7-46F8-8840-011C5284347D}" dt="2025-10-30T20:41:13.252" v="1328" actId="20577"/>
      <pc:docMkLst>
        <pc:docMk/>
      </pc:docMkLst>
      <pc:sldChg chg="addSp delSp modSp mod setBg addAnim delDesignElem">
        <pc:chgData name="jjamarius317@gmail.com" userId="71b3bf608aa39682" providerId="LiveId" clId="{60C17EB8-4BD7-46F8-8840-011C5284347D}" dt="2025-10-30T20:23:05.126" v="819" actId="20577"/>
        <pc:sldMkLst>
          <pc:docMk/>
          <pc:sldMk cId="4080482077" sldId="256"/>
        </pc:sldMkLst>
        <pc:spChg chg="add mod">
          <ac:chgData name="jjamarius317@gmail.com" userId="71b3bf608aa39682" providerId="LiveId" clId="{60C17EB8-4BD7-46F8-8840-011C5284347D}" dt="2025-10-30T20:23:05.126" v="819" actId="20577"/>
          <ac:spMkLst>
            <pc:docMk/>
            <pc:sldMk cId="4080482077" sldId="256"/>
            <ac:spMk id="2" creationId="{6BB980C6-8B7B-FAE5-B43A-1B684C344F5E}"/>
          </ac:spMkLst>
        </pc:spChg>
        <pc:spChg chg="add del mod">
          <ac:chgData name="jjamarius317@gmail.com" userId="71b3bf608aa39682" providerId="LiveId" clId="{60C17EB8-4BD7-46F8-8840-011C5284347D}" dt="2025-10-18T19:51:28.138" v="174" actId="26606"/>
          <ac:spMkLst>
            <pc:docMk/>
            <pc:sldMk cId="4080482077" sldId="256"/>
            <ac:spMk id="3" creationId="{86EA587F-8403-740B-0FC7-B2CF5FDDA2F9}"/>
          </ac:spMkLst>
        </pc:spChg>
        <pc:spChg chg="add">
          <ac:chgData name="jjamarius317@gmail.com" userId="71b3bf608aa39682" providerId="LiveId" clId="{60C17EB8-4BD7-46F8-8840-011C5284347D}" dt="2025-10-18T19:51:28.138" v="174" actId="26606"/>
          <ac:spMkLst>
            <pc:docMk/>
            <pc:sldMk cId="4080482077" sldId="256"/>
            <ac:spMk id="6" creationId="{E58348C3-6249-4952-AA86-C63DB35EA9F2}"/>
          </ac:spMkLst>
        </pc:spChg>
        <pc:grpChg chg="add">
          <ac:chgData name="jjamarius317@gmail.com" userId="71b3bf608aa39682" providerId="LiveId" clId="{60C17EB8-4BD7-46F8-8840-011C5284347D}" dt="2025-10-18T19:51:28.138" v="174" actId="26606"/>
          <ac:grpSpMkLst>
            <pc:docMk/>
            <pc:sldMk cId="4080482077" sldId="256"/>
            <ac:grpSpMk id="7" creationId="{DE6174AD-DBB0-43E6-98C2-738DB3A15244}"/>
          </ac:grpSpMkLst>
        </pc:grpChg>
        <pc:picChg chg="mod">
          <ac:chgData name="jjamarius317@gmail.com" userId="71b3bf608aa39682" providerId="LiveId" clId="{60C17EB8-4BD7-46F8-8840-011C5284347D}" dt="2025-10-18T19:51:28.138" v="174" actId="26606"/>
          <ac:picMkLst>
            <pc:docMk/>
            <pc:sldMk cId="4080482077" sldId="256"/>
            <ac:picMk id="4" creationId="{8D6F58C5-2942-29C8-42BF-BAD342199617}"/>
          </ac:picMkLst>
        </pc:picChg>
      </pc:sldChg>
      <pc:sldChg chg="modSp new mod">
        <pc:chgData name="jjamarius317@gmail.com" userId="71b3bf608aa39682" providerId="LiveId" clId="{60C17EB8-4BD7-46F8-8840-011C5284347D}" dt="2025-10-18T20:15:16.039" v="601"/>
        <pc:sldMkLst>
          <pc:docMk/>
          <pc:sldMk cId="1306851084" sldId="257"/>
        </pc:sldMkLst>
        <pc:spChg chg="mod">
          <ac:chgData name="jjamarius317@gmail.com" userId="71b3bf608aa39682" providerId="LiveId" clId="{60C17EB8-4BD7-46F8-8840-011C5284347D}" dt="2025-10-18T19:53:00.763" v="283"/>
          <ac:spMkLst>
            <pc:docMk/>
            <pc:sldMk cId="1306851084" sldId="257"/>
            <ac:spMk id="2" creationId="{6D7D9754-5E2B-1315-5F80-09029E9FB763}"/>
          </ac:spMkLst>
        </pc:spChg>
        <pc:spChg chg="mod">
          <ac:chgData name="jjamarius317@gmail.com" userId="71b3bf608aa39682" providerId="LiveId" clId="{60C17EB8-4BD7-46F8-8840-011C5284347D}" dt="2025-10-18T20:15:16.039" v="601"/>
          <ac:spMkLst>
            <pc:docMk/>
            <pc:sldMk cId="1306851084" sldId="257"/>
            <ac:spMk id="3" creationId="{5EC76C26-7F00-CF92-E136-7A8EDBDE612D}"/>
          </ac:spMkLst>
        </pc:spChg>
      </pc:sldChg>
      <pc:sldChg chg="addSp delSp modSp new mod setBg">
        <pc:chgData name="jjamarius317@gmail.com" userId="71b3bf608aa39682" providerId="LiveId" clId="{60C17EB8-4BD7-46F8-8840-011C5284347D}" dt="2025-10-30T20:31:46.146" v="1169" actId="20577"/>
        <pc:sldMkLst>
          <pc:docMk/>
          <pc:sldMk cId="3157172002" sldId="258"/>
        </pc:sldMkLst>
        <pc:spChg chg="mod">
          <ac:chgData name="jjamarius317@gmail.com" userId="71b3bf608aa39682" providerId="LiveId" clId="{60C17EB8-4BD7-46F8-8840-011C5284347D}" dt="2025-10-30T20:25:55.472" v="927" actId="1076"/>
          <ac:spMkLst>
            <pc:docMk/>
            <pc:sldMk cId="3157172002" sldId="258"/>
            <ac:spMk id="2" creationId="{064EB9C5-628F-C51E-A04D-EC252EADF2B3}"/>
          </ac:spMkLst>
        </pc:spChg>
        <pc:spChg chg="del">
          <ac:chgData name="jjamarius317@gmail.com" userId="71b3bf608aa39682" providerId="LiveId" clId="{60C17EB8-4BD7-46F8-8840-011C5284347D}" dt="2025-10-30T20:13:54.375" v="638" actId="931"/>
          <ac:spMkLst>
            <pc:docMk/>
            <pc:sldMk cId="3157172002" sldId="258"/>
            <ac:spMk id="3" creationId="{7620C3AC-030F-0043-7511-1661E28A1260}"/>
          </ac:spMkLst>
        </pc:spChg>
        <pc:spChg chg="mod">
          <ac:chgData name="jjamarius317@gmail.com" userId="71b3bf608aa39682" providerId="LiveId" clId="{60C17EB8-4BD7-46F8-8840-011C5284347D}" dt="2025-10-30T20:31:46.146" v="1169" actId="20577"/>
          <ac:spMkLst>
            <pc:docMk/>
            <pc:sldMk cId="3157172002" sldId="258"/>
            <ac:spMk id="4" creationId="{01E882CA-88BF-97C5-C164-5E7AF0F9B1E0}"/>
          </ac:spMkLst>
        </pc:spChg>
        <pc:spChg chg="add">
          <ac:chgData name="jjamarius317@gmail.com" userId="71b3bf608aa39682" providerId="LiveId" clId="{60C17EB8-4BD7-46F8-8840-011C5284347D}" dt="2025-10-30T20:14:01.943" v="641" actId="26606"/>
          <ac:spMkLst>
            <pc:docMk/>
            <pc:sldMk cId="3157172002" sldId="258"/>
            <ac:spMk id="28" creationId="{DD7EED39-224E-4230-8FD1-B1E1AF6C6E36}"/>
          </ac:spMkLst>
        </pc:spChg>
        <pc:grpChg chg="add">
          <ac:chgData name="jjamarius317@gmail.com" userId="71b3bf608aa39682" providerId="LiveId" clId="{60C17EB8-4BD7-46F8-8840-011C5284347D}" dt="2025-10-30T20:14:01.943" v="641" actId="26606"/>
          <ac:grpSpMkLst>
            <pc:docMk/>
            <pc:sldMk cId="3157172002" sldId="258"/>
            <ac:grpSpMk id="12" creationId="{260ACC13-B825-49F3-93DE-C8B8F2FA37A1}"/>
          </ac:grpSpMkLst>
        </pc:grpChg>
        <pc:grpChg chg="add">
          <ac:chgData name="jjamarius317@gmail.com" userId="71b3bf608aa39682" providerId="LiveId" clId="{60C17EB8-4BD7-46F8-8840-011C5284347D}" dt="2025-10-30T20:14:01.943" v="641" actId="26606"/>
          <ac:grpSpMkLst>
            <pc:docMk/>
            <pc:sldMk cId="3157172002" sldId="258"/>
            <ac:grpSpMk id="20" creationId="{A2E861A3-F23C-46B8-A38A-4A22E453D993}"/>
          </ac:grpSpMkLst>
        </pc:grpChg>
        <pc:picChg chg="add del mod">
          <ac:chgData name="jjamarius317@gmail.com" userId="71b3bf608aa39682" providerId="LiveId" clId="{60C17EB8-4BD7-46F8-8840-011C5284347D}" dt="2025-10-30T20:11:10.839" v="637" actId="21"/>
          <ac:picMkLst>
            <pc:docMk/>
            <pc:sldMk cId="3157172002" sldId="258"/>
            <ac:picMk id="5" creationId="{AAA8FD36-F59E-AE75-7A5E-4CEA855CAE25}"/>
          </ac:picMkLst>
        </pc:picChg>
        <pc:picChg chg="add mod ord">
          <ac:chgData name="jjamarius317@gmail.com" userId="71b3bf608aa39682" providerId="LiveId" clId="{60C17EB8-4BD7-46F8-8840-011C5284347D}" dt="2025-10-30T20:14:01.943" v="641" actId="26606"/>
          <ac:picMkLst>
            <pc:docMk/>
            <pc:sldMk cId="3157172002" sldId="258"/>
            <ac:picMk id="7" creationId="{0A95406E-19AD-075D-24F3-7C3C98414B22}"/>
          </ac:picMkLst>
        </pc:picChg>
      </pc:sldChg>
      <pc:sldChg chg="new del">
        <pc:chgData name="jjamarius317@gmail.com" userId="71b3bf608aa39682" providerId="LiveId" clId="{60C17EB8-4BD7-46F8-8840-011C5284347D}" dt="2025-10-30T20:34:25.202" v="1172" actId="2696"/>
        <pc:sldMkLst>
          <pc:docMk/>
          <pc:sldMk cId="2700728213" sldId="259"/>
        </pc:sldMkLst>
      </pc:sldChg>
      <pc:sldChg chg="modSp new mod">
        <pc:chgData name="jjamarius317@gmail.com" userId="71b3bf608aa39682" providerId="LiveId" clId="{60C17EB8-4BD7-46F8-8840-011C5284347D}" dt="2025-10-30T20:41:13.252" v="1328" actId="20577"/>
        <pc:sldMkLst>
          <pc:docMk/>
          <pc:sldMk cId="3225310582" sldId="260"/>
        </pc:sldMkLst>
        <pc:spChg chg="mod">
          <ac:chgData name="jjamarius317@gmail.com" userId="71b3bf608aa39682" providerId="LiveId" clId="{60C17EB8-4BD7-46F8-8840-011C5284347D}" dt="2025-10-30T20:34:47.371" v="1186" actId="255"/>
          <ac:spMkLst>
            <pc:docMk/>
            <pc:sldMk cId="3225310582" sldId="260"/>
            <ac:spMk id="2" creationId="{1B964AE6-A10B-EF9C-335F-634F45445682}"/>
          </ac:spMkLst>
        </pc:spChg>
        <pc:spChg chg="mod">
          <ac:chgData name="jjamarius317@gmail.com" userId="71b3bf608aa39682" providerId="LiveId" clId="{60C17EB8-4BD7-46F8-8840-011C5284347D}" dt="2025-10-30T20:41:13.252" v="1328" actId="20577"/>
          <ac:spMkLst>
            <pc:docMk/>
            <pc:sldMk cId="3225310582" sldId="260"/>
            <ac:spMk id="3" creationId="{67FDF809-1661-B6C2-3D28-784A3FBE71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3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4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0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4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4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495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845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9896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427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686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774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37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4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0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B980C6-8B7B-FAE5-B43A-1B684C344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8299" y="1380068"/>
            <a:ext cx="6054723" cy="2616199"/>
          </a:xfrm>
        </p:spPr>
        <p:txBody>
          <a:bodyPr>
            <a:normAutofit/>
          </a:bodyPr>
          <a:lstStyle/>
          <a:p>
            <a:r>
              <a:rPr lang="en-US" dirty="0"/>
              <a:t>A Simple Calculation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A587F-8403-740B-0FC7-B2CF5FDDA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6254" y="3996267"/>
            <a:ext cx="5166768" cy="13885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Name(s): </a:t>
            </a:r>
            <a:r>
              <a:rPr lang="en-US" sz="1800" err="1"/>
              <a:t>Ja’Marius</a:t>
            </a:r>
            <a:r>
              <a:rPr lang="en-US" sz="1800"/>
              <a:t> Jackson, and Isabella Perrotti</a:t>
            </a:r>
          </a:p>
          <a:p>
            <a:pPr>
              <a:lnSpc>
                <a:spcPct val="90000"/>
              </a:lnSpc>
            </a:pPr>
            <a:r>
              <a:rPr lang="en-US" sz="1800"/>
              <a:t>Intro to Computer Science &amp; Software Engineering</a:t>
            </a:r>
          </a:p>
          <a:p>
            <a:pPr>
              <a:lnSpc>
                <a:spcPct val="90000"/>
              </a:lnSpc>
            </a:pPr>
            <a:r>
              <a:rPr lang="en-US" sz="1800"/>
              <a:t>October 18</a:t>
            </a:r>
            <a:r>
              <a:rPr lang="en-US" sz="1800" baseline="30000"/>
              <a:t>th</a:t>
            </a:r>
            <a:r>
              <a:rPr lang="en-US" sz="1800"/>
              <a:t>, 2025</a:t>
            </a:r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8D6F58C5-2942-29C8-42BF-BAD342199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88" r="31117" b="5157"/>
          <a:stretch>
            <a:fillRect/>
          </a:stretch>
        </p:blipFill>
        <p:spPr>
          <a:xfrm>
            <a:off x="20" y="10"/>
            <a:ext cx="5448280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804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9754-5E2B-1315-5F80-09029E9F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9"/>
            <a:ext cx="10632067" cy="1078432"/>
          </a:xfrm>
        </p:spPr>
        <p:txBody>
          <a:bodyPr/>
          <a:lstStyle/>
          <a:p>
            <a:r>
              <a:rPr lang="en-US" dirty="0"/>
              <a:t>The goal and the requirements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76C26-7F00-CF92-E136-7A8EDBDE6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3087975"/>
            <a:ext cx="10632067" cy="3001676"/>
          </a:xfrm>
        </p:spPr>
        <p:txBody>
          <a:bodyPr/>
          <a:lstStyle/>
          <a:p>
            <a:r>
              <a:rPr lang="en-US" dirty="0"/>
              <a:t>The goal for this project is to create a console-based calculator that can perform  basic operations  like addition, subtraction, multiplication, and division.    </a:t>
            </a:r>
          </a:p>
        </p:txBody>
      </p:sp>
    </p:spTree>
    <p:extLst>
      <p:ext uri="{BB962C8B-B14F-4D97-AF65-F5344CB8AC3E}">
        <p14:creationId xmlns:p14="http://schemas.microsoft.com/office/powerpoint/2010/main" val="130685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E861A3-F23C-46B8-A38A-4A22E453D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BC3D220-643B-4160-B5A9-59DF5D21F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92237DE-D518-4625-8392-66D708458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F290F0DD-E80A-4263-94E1-A41F57D8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D78EA7D2-CCEA-435E-873D-36BF0522F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9DFA731E-D6BB-42CC-AA05-64023DC81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B00D0483-90FB-4EB4-9770-CA8A310D5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4EB9C5-628F-C51E-A04D-EC252EADF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00" y="190500"/>
            <a:ext cx="4278928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The goal and the requirements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882CA-88BF-97C5-C164-5E7AF0F9B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0372" y="1790701"/>
            <a:ext cx="4278929" cy="3548062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l">
              <a:buFont typeface="Arial"/>
              <a:buChar char="•"/>
            </a:pPr>
            <a:r>
              <a:rPr lang="en-US" sz="2000" dirty="0"/>
              <a:t>The goal for this project is to create a console-based calculator that can perform  basic operations  like addition, subtraction, multiplication, and division. </a:t>
            </a:r>
          </a:p>
          <a:p>
            <a:pPr algn="l">
              <a:buFont typeface="Arial"/>
              <a:buChar char="•"/>
            </a:pPr>
            <a:r>
              <a:rPr lang="en-US" sz="2000" u="sng" dirty="0"/>
              <a:t>Requirements: </a:t>
            </a:r>
            <a:r>
              <a:rPr lang="en-US" sz="2000" dirty="0"/>
              <a:t>The requirements that we required for this project is basic standards on how to calculate through a basic calculator and with </a:t>
            </a:r>
            <a:r>
              <a:rPr lang="en-US" sz="2000" dirty="0">
                <a:solidFill>
                  <a:srgbClr val="FF0000"/>
                </a:solidFill>
              </a:rPr>
              <a:t>python. </a:t>
            </a:r>
            <a:r>
              <a:rPr lang="en-US" sz="2000" dirty="0"/>
              <a:t>Furthermore, we require addition(+), division(÷), multiplication(×), and subtraction(–) to make the calculations we’ve selected.  We also need numbers to calculate and know how to use them. </a:t>
            </a:r>
            <a:endParaRPr lang="en-US" sz="2000" u="sng" dirty="0"/>
          </a:p>
          <a:p>
            <a:pPr algn="l">
              <a:buFont typeface="Arial"/>
              <a:buChar char="•"/>
            </a:pPr>
            <a:endParaRPr lang="en-US" sz="2000" dirty="0"/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DD7EED39-224E-4230-8FD1-B1E1AF6C6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48931"/>
            <a:ext cx="540702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blue and red calculator&#10;&#10;AI-generated content may be incorrect.">
            <a:extLst>
              <a:ext uri="{FF2B5EF4-FFF2-40B4-BE49-F238E27FC236}">
                <a16:creationId xmlns:a16="http://schemas.microsoft.com/office/drawing/2014/main" id="{0A95406E-19AD-075D-24F3-7C3C98414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4159"/>
          <a:stretch>
            <a:fillRect/>
          </a:stretch>
        </p:blipFill>
        <p:spPr>
          <a:xfrm>
            <a:off x="6434407" y="1011765"/>
            <a:ext cx="4744154" cy="45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7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4AE6-A10B-EF9C-335F-634F4544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952469"/>
          </a:xfrm>
        </p:spPr>
        <p:txBody>
          <a:bodyPr>
            <a:normAutofit/>
          </a:bodyPr>
          <a:lstStyle/>
          <a:p>
            <a:r>
              <a:rPr lang="en-US" sz="5400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DF809-1661-B6C2-3D28-784A3FBE7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248525"/>
            <a:ext cx="10018713" cy="3542675"/>
          </a:xfrm>
        </p:spPr>
        <p:txBody>
          <a:bodyPr/>
          <a:lstStyle/>
          <a:p>
            <a:pPr algn="l"/>
            <a:r>
              <a:rPr lang="en-US" dirty="0"/>
              <a:t>Our group chose this title for our project because math </a:t>
            </a:r>
            <a:r>
              <a:rPr lang="en-US"/>
              <a:t>is our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3105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123</TotalTime>
  <Words>157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Corbel</vt:lpstr>
      <vt:lpstr>Parallax</vt:lpstr>
      <vt:lpstr>A Simple Calculation</vt:lpstr>
      <vt:lpstr>The goal and the requirements </vt:lpstr>
      <vt:lpstr>The goal and the requirements 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jjamarius317@gmail.com</dc:creator>
  <cp:lastModifiedBy>jjamarius317@gmail.com</cp:lastModifiedBy>
  <cp:revision>1</cp:revision>
  <dcterms:created xsi:type="dcterms:W3CDTF">2025-10-18T18:58:54Z</dcterms:created>
  <dcterms:modified xsi:type="dcterms:W3CDTF">2025-10-30T20:41:21Z</dcterms:modified>
</cp:coreProperties>
</file>